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5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36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0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5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CLOUD COMPUTING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ForgeGit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a Service Platform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Git repository hosting powered by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containers on cloud virtual machines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8229600" cy="914"/>
          </a:xfrm>
          <a:prstGeom prst="rect">
            <a:avLst/>
          </a:prstGeom>
          <a:solidFill>
            <a:srgbClr val="8EAEC0">
              <a:alpha val="40000"/>
            </a:srgbClr>
          </a:solidFill>
          <a:ln w="12700">
            <a:solidFill>
              <a:srgbClr val="8EAEC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0"/>
                </a:solidFill>
              </a:rPr>
              <a:t>Mini Project Presentation  |  Cloud Computing  |  2025-26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65947"/>
            <a:ext cx="2011680" cy="2011680"/>
          </a:xfrm>
          <a:prstGeom prst="rect">
            <a:avLst/>
          </a:prstGeom>
          <a:solidFill>
            <a:srgbClr val="1B2D42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320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⚙️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858000" y="12014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git }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5992525" y="2507641"/>
            <a:ext cx="303737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marL="342900" indent="-342900">
              <a:buAutoNum type="arabicPeriod"/>
            </a:pPr>
            <a:r>
              <a:rPr lang="en-US" dirty="0" err="1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Kabilesh</a:t>
            </a:r>
            <a:r>
              <a:rPr lang="en-US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– 230701133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Kamalesh S P – 230701138</a:t>
            </a:r>
          </a:p>
          <a:p>
            <a:pPr marL="342900" indent="-342900">
              <a:buAutoNum type="arabicPeriod"/>
            </a:pPr>
            <a:r>
              <a:rPr lang="en-US" dirty="0" err="1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Kasilingam</a:t>
            </a:r>
            <a:r>
              <a:rPr lang="en-US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- 230701145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8404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FORGEGIT?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ForgeGit is a self-hosted Git service platform that provides version control functionality in a cloud environment.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Unlike public Git hosting (GitHub, GitLab), ForgeGit is independently deployed — giving complete ownership over: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</a:rPr>
              <a:t>Infrastructure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</a:rPr>
              <a:t>Data &amp; Configuration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D1B2A"/>
                </a:solidFill>
              </a:rPr>
              <a:t>Security Policies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960120"/>
            <a:ext cx="73152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9601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Cloud Hosted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353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0"/>
                </a:solidFill>
              </a:rPr>
              <a:t>Runs on cloud VM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84708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847088"/>
            <a:ext cx="73152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84708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1892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Containerized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0"/>
                </a:solidFill>
              </a:rPr>
              <a:t>Powered by Podman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73405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734056"/>
            <a:ext cx="73152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73405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7797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Secure &amp; Private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0"/>
                </a:solidFill>
              </a:rPr>
              <a:t>Full data ownership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62102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621024"/>
            <a:ext cx="73152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6210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3666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Lightweight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EC0"/>
                </a:solidFill>
              </a:rPr>
              <a:t>Minimal resource use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OBJECTIVES OF THE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554480"/>
          </a:xfrm>
          <a:prstGeom prst="rect">
            <a:avLst/>
          </a:prstGeom>
          <a:solidFill>
            <a:srgbClr val="1B2D42"/>
          </a:solidFill>
          <a:ln w="1016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 Hosting as a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EC0"/>
                </a:solidFill>
              </a:rPr>
              <a:t>Provide complete Git repository hosting functionality for users and teams.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960120"/>
            <a:ext cx="2788920" cy="1554480"/>
          </a:xfrm>
          <a:prstGeom prst="rect">
            <a:avLst/>
          </a:prstGeom>
          <a:solidFill>
            <a:srgbClr val="1B2D42"/>
          </a:solidFill>
          <a:ln w="1016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55848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VM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EC0"/>
                </a:solidFill>
              </a:rPr>
              <a:t>Deploy and run the application on a cloud-based virtual machine infrastructure.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960120"/>
            <a:ext cx="2788920" cy="1554480"/>
          </a:xfrm>
          <a:prstGeom prst="rect">
            <a:avLst/>
          </a:prstGeom>
          <a:solidFill>
            <a:srgbClr val="1B2D42"/>
          </a:solidFill>
          <a:ln w="1016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0216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0216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EC0"/>
                </a:solidFill>
              </a:rPr>
              <a:t>Use Podman containers for efficient, isolated, and secure application execution.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60520" cy="1554480"/>
          </a:xfrm>
          <a:prstGeom prst="rect">
            <a:avLst/>
          </a:prstGeom>
          <a:solidFill>
            <a:srgbClr val="1B2D42"/>
          </a:solidFill>
          <a:ln w="1016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EC0"/>
                </a:solidFill>
              </a:rPr>
              <a:t>Ensure secure handling of source code, user data, and repository information.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54296" y="2743200"/>
            <a:ext cx="4160520" cy="1554480"/>
          </a:xfrm>
          <a:prstGeom prst="rect">
            <a:avLst/>
          </a:prstGeom>
          <a:solidFill>
            <a:srgbClr val="1B2D42"/>
          </a:solidFill>
          <a:ln w="1016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91456" y="283990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91456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DevOps Demonstration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91456" y="3702333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7795A7"/>
                </a:solidFill>
              </a:rPr>
              <a:t>Showcase practical cloud computing, IaaS model, and real-world DevOps workflow.</a:t>
            </a:r>
            <a:endParaRPr lang="en-US" sz="1050" dirty="0">
              <a:solidFill>
                <a:srgbClr val="7795A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463040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(Developer)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Git CLI + Web Browser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2377440"/>
            <a:ext cx="201168" cy="73152"/>
          </a:xfrm>
          <a:prstGeom prst="rect">
            <a:avLst/>
          </a:prstGeom>
          <a:solidFill>
            <a:srgbClr val="8EAEC0"/>
          </a:solidFill>
          <a:ln w="12700">
            <a:solidFill>
              <a:srgbClr val="8EAE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005840"/>
            <a:ext cx="1463040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67128" y="1143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67128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Virtual Machine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67128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Compute + Network Access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30168" y="2377440"/>
            <a:ext cx="201168" cy="73152"/>
          </a:xfrm>
          <a:prstGeom prst="rect">
            <a:avLst/>
          </a:prstGeom>
          <a:solidFill>
            <a:srgbClr val="8EAEC0"/>
          </a:solidFill>
          <a:ln w="12700">
            <a:solidFill>
              <a:srgbClr val="8EAE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31336" y="1005840"/>
            <a:ext cx="1463040" cy="3200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31336" y="1143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31336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Podman Container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31336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Isolated Execution Engine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94376" y="2377440"/>
            <a:ext cx="201168" cy="73152"/>
          </a:xfrm>
          <a:prstGeom prst="rect">
            <a:avLst/>
          </a:prstGeom>
          <a:solidFill>
            <a:srgbClr val="8EAEC0"/>
          </a:solidFill>
          <a:ln w="12700">
            <a:solidFill>
              <a:srgbClr val="8EAE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95544" y="1005840"/>
            <a:ext cx="1463040" cy="3200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95544" y="1143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9554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Gitea Application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95544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Git Operations + Web UI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58584" y="2377440"/>
            <a:ext cx="201168" cy="73152"/>
          </a:xfrm>
          <a:prstGeom prst="rect">
            <a:avLst/>
          </a:prstGeom>
          <a:solidFill>
            <a:srgbClr val="8EAEC0"/>
          </a:solidFill>
          <a:ln w="12700">
            <a:solidFill>
              <a:srgbClr val="8EAE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005840"/>
            <a:ext cx="146304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59752" y="1143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59752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 Database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59752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</a:rPr>
              <a:t>Users, Repos &amp; Metadata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3000 → Web Interface    |    Port 2222 → Git over SSH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CORE TECHNOLOGIES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1691640"/>
          </a:xfrm>
          <a:prstGeom prst="rect">
            <a:avLst/>
          </a:prstGeom>
          <a:solidFill>
            <a:srgbClr val="1B2D42"/>
          </a:solidFill>
          <a:ln w="12700">
            <a:solidFill>
              <a:srgbClr val="1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99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</a:rPr>
              <a:t>Git Service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EC0"/>
                </a:solidFill>
              </a:rPr>
              <a:t>Web-based Git interface   ·   Repository management   ·   User authentication system   ·   Supports push, pull, clone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91640"/>
          </a:xfrm>
          <a:prstGeom prst="rect">
            <a:avLst/>
          </a:prstGeom>
          <a:solidFill>
            <a:srgbClr val="1B2D42"/>
          </a:solidFill>
          <a:ln w="12700">
            <a:solidFill>
              <a:srgbClr val="1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91440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0" y="1033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Podman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399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</a:rPr>
              <a:t>Container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EC0"/>
                </a:solidFill>
              </a:rPr>
              <a:t>Daemonless architecture   ·   Rootless execution (secure)   ·   Process isolation from host   ·   Manages container lifecycle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023360" cy="1691640"/>
          </a:xfrm>
          <a:prstGeom prst="rect">
            <a:avLst/>
          </a:prstGeom>
          <a:solidFill>
            <a:srgbClr val="1B2D42"/>
          </a:solidFill>
          <a:ln w="12700">
            <a:solidFill>
              <a:srgbClr val="1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91440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97280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Cloud VM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</a:rPr>
              <a:t>Infrastructure (IaaS)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EC0"/>
                </a:solidFill>
              </a:rPr>
              <a:t>Hosts the full application   ·   Provides network access   ·   Scalable compute resources   ·   Controlled port exposure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rgbClr val="1B2D42"/>
          </a:solidFill>
          <a:ln w="12700">
            <a:solidFill>
              <a:srgbClr val="1C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80360"/>
            <a:ext cx="91440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0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SQLite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</a:rPr>
              <a:t>Database Engine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EC0"/>
                </a:solidFill>
              </a:rPr>
              <a:t>Stores user accounts   ·   Repository metadata   ·   Commit references   ·   Mounted volume persistence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DEPLOYMENT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Create Cloud VM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7D"/>
                </a:solidFill>
              </a:rPr>
              <a:t>Provision a virtual machine on the cloud platform with appropriate compute and storage.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Install Podman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16733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7D"/>
                </a:solidFill>
              </a:rPr>
              <a:t>Set up Podman as the container engine — daemonless, rootless, and secure.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09728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Pull Gitea Image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167335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7D"/>
                </a:solidFill>
              </a:rPr>
              <a:t>Download the official Gitea container image from the container registry.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0632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Configure app.ini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" y="363931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7D"/>
                </a:solidFill>
              </a:rPr>
              <a:t>Set Gitea configuration: domain, ports, database path, and security settings.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0632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8620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Mount Volumes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37560" y="363931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7D"/>
                </a:solidFill>
              </a:rPr>
              <a:t>Attach persistent volumes to retain data even after container restarts.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Expose Ports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63640" y="3639312"/>
            <a:ext cx="2450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7D"/>
                </a:solidFill>
              </a:rPr>
              <a:t>Open port 3000 for the web interface and port 2222 for SSH-based Git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SYSTEM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9779" y="1456362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User logs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ForgeGit Web 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572768"/>
            <a:ext cx="228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960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1463040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Creates / clones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 Repository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572768"/>
            <a:ext cx="228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960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Developer makes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code changes locally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572768"/>
            <a:ext cx="228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960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0840" y="1463040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Pushes code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the server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1234440"/>
            <a:ext cx="73152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77440"/>
            <a:ext cx="8119872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77440"/>
            <a:ext cx="7315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246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94560" y="3858768"/>
            <a:ext cx="2286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3246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3858768"/>
            <a:ext cx="2286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246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3858768"/>
            <a:ext cx="2286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3246120"/>
            <a:ext cx="1920240" cy="1371600"/>
          </a:xfrm>
          <a:prstGeom prst="rect">
            <a:avLst/>
          </a:prstGeom>
          <a:solidFill>
            <a:srgbClr val="1B2D4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3323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21498" y="3323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74320" y="3774366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Cloud VM receives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the Git request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3733252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Data saved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SQLite 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3323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423160" y="3781044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Podman container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processes request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786208"/>
            <a:ext cx="19202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Gitea executes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Git operations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331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&amp; DATA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🔒  SECURITY LAYERS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Container Level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Rootless execution via Podman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Process isolation from host 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79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Application 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Username/password authentication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19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Per-repository access control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Network Level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SSH protocol for Git operations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16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Controlled port exposure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960120"/>
            <a:ext cx="4206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🗄️  DATA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1397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What SQLite Stores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629195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User accounts &amp; credentials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874403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Repository information &amp; metadata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1901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Commit references &amp;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262316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Persistence Strategy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94320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Stored in mounted Docker volumes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24495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Survives container restart/rebuild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54671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Backup via volume snapshot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92161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Access 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2748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Public / private repo settings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5445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6070"/>
                </a:solidFill>
              </a:rPr>
              <a:t>Role-based team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FEATURES, ADVANTAGES &amp; 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✅  Key 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Repository creation &amp; management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Web-based Git interface (Gitea)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Push, pull, clone operations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2395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User authentication system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761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SSH-based secure access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127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Lightweight &amp; fast deployment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🏆  Advantages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Complete privacy – no third-party dependency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1664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Full infrastructure &amp; data ownership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Rootless container – enhanced security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Cost-effective &amp; resource-efficient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27614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Customizable policies &amp; configuration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3127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Ideal for internal dev teams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896112"/>
            <a:ext cx="2377440" cy="1645920"/>
          </a:xfrm>
          <a:prstGeom prst="rect">
            <a:avLst/>
          </a:prstGeom>
          <a:solidFill>
            <a:srgbClr val="1B2D42"/>
          </a:solidFill>
          <a:ln w="10160">
            <a:solidFill>
              <a:srgbClr val="D0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70"/>
                </a:solidFill>
              </a:rPr>
              <a:t>⚠️  Limitations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1298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SQLite limits scalability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Manual deployment &amp; mgmt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No built-in auto-scaling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Limited advanced DevOps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2377440" cy="2103120"/>
          </a:xfrm>
          <a:prstGeom prst="rect">
            <a:avLst/>
          </a:prstGeom>
          <a:solidFill>
            <a:srgbClr val="1B2D42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715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🚀  Future Scope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0906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PostgreSQL / MySQL 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4107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CI/CD pipeline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73075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HTTPS &amp; domain config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405079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Automated backups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437083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EC0"/>
                </a:solidFill>
              </a:rPr>
              <a:t>Kubernetes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4572000" cy="45720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A896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ForgeGit – A Complete Private Git Infrastructure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EAEC0"/>
                </a:solidFill>
              </a:rPr>
              <a:t>ForgeGit successfully demonstrates how an organization can build its own private Git hosting platform using cloud infrastructure and container technology. By leveraging Podman and Gitea on a cloud VM, the system achieves secure, efficient, and fully controlled code hosting.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70048"/>
            <a:ext cx="5303520" cy="402336"/>
          </a:xfrm>
          <a:prstGeom prst="rect">
            <a:avLst/>
          </a:prstGeom>
          <a:solidFill>
            <a:srgbClr val="1B2D42"/>
          </a:solidFill>
          <a:ln w="12700">
            <a:solidFill>
              <a:srgbClr val="1C3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7004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Practical cloud deployment via IaaS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45536"/>
            <a:ext cx="5303520" cy="402336"/>
          </a:xfrm>
          <a:prstGeom prst="rect">
            <a:avLst/>
          </a:prstGeom>
          <a:solidFill>
            <a:srgbClr val="1B2D42"/>
          </a:solidFill>
          <a:ln w="12700">
            <a:solidFill>
              <a:srgbClr val="1C3F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4553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Secure containerization with rootless Podman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5303520" cy="402336"/>
          </a:xfrm>
          <a:prstGeom prst="rect">
            <a:avLst/>
          </a:prstGeom>
          <a:solidFill>
            <a:srgbClr val="1B2D42"/>
          </a:solidFill>
          <a:ln w="12700">
            <a:solidFill>
              <a:srgbClr val="1C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2102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Full data privacy and infrastructure ownership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96512"/>
            <a:ext cx="5303520" cy="402336"/>
          </a:xfrm>
          <a:prstGeom prst="rect">
            <a:avLst/>
          </a:prstGeom>
          <a:solidFill>
            <a:srgbClr val="1B2D42"/>
          </a:solidFill>
          <a:ln w="12700">
            <a:solidFill>
              <a:srgbClr val="1C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9651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Scalable foundation for future DevOps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51760" cy="2377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9443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Gitea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2944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2"/>
                </a:solidFill>
              </a:rPr>
              <a:t>Git Service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3741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Podman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52360" y="33741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2"/>
                </a:solidFill>
              </a:rPr>
              <a:t>Containers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80390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Cloud VM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38039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2"/>
                </a:solidFill>
              </a:rPr>
              <a:t>IaaS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4233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SQLite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42336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42"/>
                </a:solidFill>
              </a:rPr>
              <a:t>Database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ForgeGit  |  Cloud Computing Mini Project  |  Thank You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38"/>
          <p:cNvSpPr/>
          <p:nvPr/>
        </p:nvSpPr>
        <p:spPr>
          <a:xfrm>
            <a:off x="8330184" y="3566160"/>
            <a:ext cx="73152" cy="1645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1" name="Shape 38"/>
          <p:cNvSpPr/>
          <p:nvPr/>
        </p:nvSpPr>
        <p:spPr>
          <a:xfrm>
            <a:off x="2888996" y="3566160"/>
            <a:ext cx="73152" cy="1645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0" name="Shape 38"/>
          <p:cNvSpPr/>
          <p:nvPr/>
        </p:nvSpPr>
        <p:spPr>
          <a:xfrm>
            <a:off x="5668772" y="3566160"/>
            <a:ext cx="73152" cy="1645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59368" y="1664975"/>
            <a:ext cx="17373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59368" y="1616202"/>
            <a:ext cx="73152" cy="1645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AZURE DEPLOYMENT MAPPING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75120" y="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0ABF1"/>
                </a:solidFill>
              </a:rPr>
              <a:t>ForgeGit on Microsoft Azure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" y="822960"/>
            <a:ext cx="208483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" y="822960"/>
            <a:ext cx="208483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" y="932688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3856" y="91440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</a:rPr>
              <a:t>Azure Account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</a:rPr>
              <a:t>&amp; Subscription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" y="1389888"/>
            <a:ext cx="1828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5A70"/>
                </a:solidFill>
              </a:rPr>
              <a:t>Sign in to portal.azure.com. Create or select a subscription (Free Tier / Pay-As-You-Go) to provision cloud resources.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12848" y="1645920"/>
            <a:ext cx="8229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591056"/>
            <a:ext cx="18288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95144" y="822960"/>
            <a:ext cx="208483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95144" y="822960"/>
            <a:ext cx="208483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86584" y="93268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07208" y="914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00984" y="91440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</a:rPr>
              <a:t>Azure Virtual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</a:rPr>
              <a:t>Machine (VM)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32304" y="1389888"/>
            <a:ext cx="1828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5A70"/>
                </a:solidFill>
              </a:rPr>
              <a:t>Create a Linux VM (Ubuntu 22.04 LTS). Choose B2s SKU (2 vCPUs, 4 GB RAM). Select a region close to users.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79976" y="1645920"/>
            <a:ext cx="8229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53128" y="1591056"/>
            <a:ext cx="18288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2272" y="822960"/>
            <a:ext cx="208483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822960"/>
            <a:ext cx="2084832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93268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74336" y="914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68112" y="91440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Azure Virtual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Network + NSG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99432" y="1389888"/>
            <a:ext cx="1828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5A70"/>
                </a:solidFill>
              </a:rPr>
              <a:t>Attach a VNet for private networking. Configure NSG rules to allow port 3000 (Web UI) and port 2222 (SSH Git).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47104" y="1645920"/>
            <a:ext cx="8229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11112" y="1591056"/>
            <a:ext cx="64008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820674"/>
            <a:ext cx="208483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29400" y="822960"/>
            <a:ext cx="2084832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0840" y="93268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41464" y="914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35240" y="91440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Azure Managed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Disk (Storage)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66560" y="1389888"/>
            <a:ext cx="1828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5A70"/>
                </a:solidFill>
              </a:rPr>
              <a:t>Attach a 32 GB+ managed data disk to the VM. Mount it inside the container as a persistent volume for SQLite data.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28016" y="2816352"/>
            <a:ext cx="2697480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02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28016" y="2816352"/>
            <a:ext cx="2697480" cy="73152"/>
          </a:xfrm>
          <a:prstGeom prst="rect">
            <a:avLst/>
          </a:prstGeom>
          <a:solidFill>
            <a:srgbClr val="027A5F"/>
          </a:solidFill>
          <a:ln w="12700">
            <a:solidFill>
              <a:srgbClr val="027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9456" y="2926080"/>
            <a:ext cx="347472" cy="347472"/>
          </a:xfrm>
          <a:prstGeom prst="ellipse">
            <a:avLst/>
          </a:prstGeom>
          <a:solidFill>
            <a:srgbClr val="027A5F"/>
          </a:solidFill>
          <a:ln w="12700">
            <a:solidFill>
              <a:srgbClr val="027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2907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33856" y="2907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7A5F"/>
                </a:solidFill>
              </a:rPr>
              <a:t>Access &amp;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27A5F"/>
                </a:solidFill>
              </a:rPr>
              <a:t>Monitor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65176" y="3383280"/>
            <a:ext cx="24414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5A70"/>
                </a:solidFill>
              </a:rPr>
              <a:t>Open browser → http://&lt;VM-IP&gt;:3000. Log in to Gitea. Use git clone, push, pull via SSH. Monitor with Azure Monitor.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825496" y="3611880"/>
            <a:ext cx="8229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07792" y="2816352"/>
            <a:ext cx="2697480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907792" y="2816352"/>
            <a:ext cx="2697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99232" y="2926080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419856" y="2907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913632" y="2907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Run Gitea via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Podman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044952" y="3383280"/>
            <a:ext cx="24414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5A70"/>
                </a:solidFill>
              </a:rPr>
              <a:t>SSH into the VM. Install Podman. Pull the Gitea image and run: podman run -p 3000:3000 -v /data:/data gitea/gitea.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05272" y="3611880"/>
            <a:ext cx="8229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87568" y="2816352"/>
            <a:ext cx="2697480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687568" y="2816352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79008" y="29260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79008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99632" y="2907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6693408" y="2907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Azure Bastion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/ SSH Access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824728" y="3383280"/>
            <a:ext cx="24414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5A70"/>
                </a:solidFill>
              </a:rPr>
              <a:t>Enable Azure Bastion or configure SSH access. Use key-pair authentication. SSH into the VM to begin Podman setup.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835538" y="1664975"/>
            <a:ext cx="73152" cy="3291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5400000">
            <a:off x="8056003" y="2759195"/>
            <a:ext cx="163222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95160" y="4544568"/>
            <a:ext cx="2011680" cy="411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95160" y="4544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☁️  Microsoft Azure Cloud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8559038" y="3607308"/>
            <a:ext cx="3496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8385048" y="3607308"/>
            <a:ext cx="17373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0510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SECURITY, LOGGING &amp; DATA MANAGEMENT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274320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</a:rPr>
              <a:t>🔒  SECURITY LAYERS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" y="1316736"/>
            <a:ext cx="54864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16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Container Level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664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Rootless Podman execution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9385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No root privileges required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2128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Process isolation from host 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560320"/>
            <a:ext cx="54864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Application Level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9077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Username &amp; password auth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1821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Repository access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34564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Public / private repo settings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3803904"/>
            <a:ext cx="54864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03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Network Level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4151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SSH key-pair authentication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44256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Controlled port exposure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46360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6070"/>
                </a:solidFill>
              </a:rPr>
              <a:t>NSG rules limit ingress traffic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82296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822960"/>
            <a:ext cx="2834640" cy="43891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82296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</a:rPr>
              <a:t>📋  LOGGING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172968" y="1316736"/>
            <a:ext cx="54864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3167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Gitea Application Logs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19272" y="16642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Activity logs: logins, repo actions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9272" y="1920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Error logs for failed operations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9272" y="21762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Stored at: /data/gitea/log/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19272" y="24323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Configurable via app.ini [log] section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72968" y="2761488"/>
            <a:ext cx="54864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7614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Podman Container Logs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19272" y="31089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View live: podman logs &lt;container&gt;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19272" y="3364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Captures stdout/stderr of Gitea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36210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Useful for startup &amp; runtime errors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72968" y="3950208"/>
            <a:ext cx="54864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9502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System / SSH Logs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19272" y="42351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SSH access logged in /var/log/auth.log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19272" y="44622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Failed login attempts visible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19272" y="46588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Track unauthorized access attempts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82296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822960"/>
            <a:ext cx="2743200" cy="438912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8229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</a:rPr>
              <a:t>🗄️  DATA MANAGEMENT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36208" y="1261872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26187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What SQLite Stores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82512" y="153619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User accounts &amp; credentials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82512" y="175564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Repository metadata &amp; settings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82512" y="19751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Commit references &amp; history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36208" y="2231136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22311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 Persistence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82512" y="250545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Stored in Podman mounted volume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82512" y="27249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Survives container restart/rebuild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82512" y="294436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On Azure: Managed Disk ensures durability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36208" y="3200400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32004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Backup Strategy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382512" y="34747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Volume snapshot via Azure Disk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82512" y="36941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Manual export: sqlite3 .dump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82512" y="391363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Schedule via cron + Azure Blob Storage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36208" y="4169663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4169663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Access Control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382512" y="444398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Public / private repo toggle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382512" y="46634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A6070"/>
                </a:solidFill>
              </a:rPr>
              <a:t>Role-based team permissions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22158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1212</Words>
  <Application>Microsoft Office PowerPoint</Application>
  <PresentationFormat>On-screen Show (16:9)</PresentationFormat>
  <Paragraphs>287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ForgeGit – Git as a Service Platform</dc:title>
  <dc:subject>PptxGenJS Presentation</dc:subject>
  <dc:creator>PptxGenJS</dc:creator>
  <cp:lastModifiedBy>Microsoft account</cp:lastModifiedBy>
  <cp:revision>8</cp:revision>
  <dcterms:created xsi:type="dcterms:W3CDTF">2026-04-07T18:00:15Z</dcterms:created>
  <dcterms:modified xsi:type="dcterms:W3CDTF">2026-05-10T15:06:11Z</dcterms:modified>
</cp:coreProperties>
</file>